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Agentic SDLC System — V7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Production-oriented agentic workflow for transforming requirements into reviewable engineering outcomes</a:t>
            </a:r>
          </a:p>
          <a:p>
            <a:pPr>
              <a:spcAft>
                <a:spcPts val="1200"/>
              </a:spcAft>
              <a:defRPr sz="2000"/>
            </a:pPr>
            <a:r>
              <a:t>Mandatory use case: scalable URL shortener with APIs, persistence and analytics</a:t>
            </a:r>
          </a:p>
          <a:p>
            <a:pPr>
              <a:spcAft>
                <a:spcPts val="1200"/>
              </a:spcAft>
              <a:defRPr sz="2000"/>
            </a:pPr>
            <a:r>
              <a:t>Goal: strong evidence across AI reasoning, SRE, security, validation and controlled autonomy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Assignment alignment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Requirement understanding and ambiguity detection</a:t>
            </a:r>
          </a:p>
          <a:p>
            <a:pPr>
              <a:spcAft>
                <a:spcPts val="1200"/>
              </a:spcAft>
              <a:defRPr sz="2000"/>
            </a:pPr>
            <a:r>
              <a:t>Structured task decomposition and dependency-aware orchestration</a:t>
            </a:r>
          </a:p>
          <a:p>
            <a:pPr>
              <a:spcAft>
                <a:spcPts val="1200"/>
              </a:spcAft>
              <a:defRPr sz="2000"/>
            </a:pPr>
            <a:r>
              <a:t>Greenfield + brownfield + ambiguous scenarios</a:t>
            </a:r>
          </a:p>
          <a:p>
            <a:pPr>
              <a:spcAft>
                <a:spcPts val="1200"/>
              </a:spcAft>
              <a:defRPr sz="2000"/>
            </a:pPr>
            <a:r>
              <a:t>Production-quality code, API contracts, tests and documentation</a:t>
            </a:r>
          </a:p>
          <a:p>
            <a:pPr>
              <a:spcAft>
                <a:spcPts val="1200"/>
              </a:spcAft>
              <a:defRPr sz="2000"/>
            </a:pPr>
            <a:r>
              <a:t>Validation, risk management, guardrails and human approval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End-to-end execution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Requirement → AI reasoning → task graph → architecture/schema → code/tests</a:t>
            </a:r>
          </a:p>
          <a:p>
            <a:pPr>
              <a:spcAft>
                <a:spcPts val="1200"/>
              </a:spcAft>
              <a:defRPr sz="2000"/>
            </a:pPr>
            <a:r>
              <a:t>Validation → security review + SRE review + engineering review</a:t>
            </a:r>
          </a:p>
          <a:p>
            <a:pPr>
              <a:spcAft>
                <a:spcPts val="1200"/>
              </a:spcAft>
              <a:defRPr sz="2000"/>
            </a:pPr>
            <a:r>
              <a:t>Deterministic release gate → human approval → final evidence package</a:t>
            </a:r>
          </a:p>
          <a:p>
            <a:pPr>
              <a:spcAft>
                <a:spcPts val="1200"/>
              </a:spcAft>
              <a:defRPr sz="2000"/>
            </a:pPr>
            <a:r>
              <a:t>Shared WorkflowState provides cross-step coordination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AI / agentic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Optional OpenAI-compatible structured JSON adapter</a:t>
            </a:r>
          </a:p>
          <a:p>
            <a:pPr>
              <a:spcAft>
                <a:spcPts val="1200"/>
              </a:spcAft>
              <a:defRPr sz="2000"/>
            </a:pPr>
            <a:r>
              <a:t>Schema-constrained outputs and deterministic fallbacks</a:t>
            </a:r>
          </a:p>
          <a:p>
            <a:pPr>
              <a:spcAft>
                <a:spcPts val="1200"/>
              </a:spcAft>
              <a:defRPr sz="2000"/>
            </a:pPr>
            <a:r>
              <a:t>AI is advisory: policy and validation remain deterministic</a:t>
            </a:r>
          </a:p>
          <a:p>
            <a:pPr>
              <a:spcAft>
                <a:spcPts val="1200"/>
              </a:spcAft>
              <a:defRPr sz="2000"/>
            </a:pPr>
            <a:r>
              <a:t>Bounded repair agent prevents arbitrary autonomous mutation</a:t>
            </a:r>
          </a:p>
          <a:p>
            <a:pPr>
              <a:spcAft>
                <a:spcPts val="1200"/>
              </a:spcAft>
              <a:defRPr sz="2000"/>
            </a:pPr>
            <a:r>
              <a:t>Evidence records preserve reasoning and decisions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SRE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SLO: 99.9% monthly availability</a:t>
            </a:r>
          </a:p>
          <a:p>
            <a:pPr>
              <a:spcAft>
                <a:spcPts val="1200"/>
              </a:spcAft>
              <a:defRPr sz="2000"/>
            </a:pPr>
            <a:r>
              <a:t>Redirect p99 target &lt;50ms warm-cache; create p99 &lt;200ms</a:t>
            </a:r>
          </a:p>
          <a:p>
            <a:pPr>
              <a:spcAft>
                <a:spcPts val="1200"/>
              </a:spcAft>
              <a:defRPr sz="2000"/>
            </a:pPr>
            <a:r>
              <a:t>10k RPS target with stateless replicas, Redis and PostgreSQL HA</a:t>
            </a:r>
          </a:p>
          <a:p>
            <a:pPr>
              <a:spcAft>
                <a:spcPts val="1200"/>
              </a:spcAft>
              <a:defRPr sz="2000"/>
            </a:pPr>
            <a:r>
              <a:t>Resilience: Redis/DB failure, analytics isolation, duplicate concurrency</a:t>
            </a:r>
          </a:p>
          <a:p>
            <a:pPr>
              <a:spcAft>
                <a:spcPts val="1200"/>
              </a:spcAft>
              <a:defRPr sz="2000"/>
            </a:pPr>
            <a:r>
              <a:t>Metrics, structured logs, traces and operational runbook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Security and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Input validation and safe output handling</a:t>
            </a:r>
          </a:p>
          <a:p>
            <a:pPr>
              <a:spcAft>
                <a:spcPts val="1200"/>
              </a:spcAft>
              <a:defRPr sz="2000"/>
            </a:pPr>
            <a:r>
              <a:t>Rate limiting, HTTPS, non-root containers, read-only filesystem</a:t>
            </a:r>
          </a:p>
          <a:p>
            <a:pPr>
              <a:spcAft>
                <a:spcPts val="1200"/>
              </a:spcAft>
              <a:defRPr sz="2000"/>
            </a:pPr>
            <a:r>
              <a:t>Dependency/security checks and threat review</a:t>
            </a:r>
          </a:p>
          <a:p>
            <a:pPr>
              <a:spcAft>
                <a:spcPts val="1200"/>
              </a:spcAft>
              <a:defRPr sz="2000"/>
            </a:pPr>
            <a:r>
              <a:t>High-impact tasks require approval</a:t>
            </a:r>
          </a:p>
          <a:p>
            <a:pPr>
              <a:spcAft>
                <a:spcPts val="1200"/>
              </a:spcAft>
              <a:defRPr sz="2000"/>
            </a:pPr>
            <a:r>
              <a:t>Release is blocked when required evidence is missing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Scenario 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Greenfield: full URL-shortener lifecycle</a:t>
            </a:r>
          </a:p>
          <a:p>
            <a:pPr>
              <a:spcAft>
                <a:spcPts val="1200"/>
              </a:spcAft>
              <a:defRPr sz="2000"/>
            </a:pPr>
            <a:r>
              <a:t>Brownfield: codebase analysis, impact assessment and regression path</a:t>
            </a:r>
          </a:p>
          <a:p>
            <a:pPr>
              <a:spcAft>
                <a:spcPts val="1200"/>
              </a:spcAft>
              <a:defRPr sz="2000"/>
            </a:pPr>
            <a:r>
              <a:t>Ambiguous: explicit assumptions for missing performance/scale targets</a:t>
            </a:r>
          </a:p>
          <a:p>
            <a:pPr>
              <a:spcAft>
                <a:spcPts val="1200"/>
              </a:spcAft>
              <a:defRPr sz="2000"/>
            </a:pPr>
            <a:r>
              <a:t>Failure path: retry → diagnosis/repair → revalidation</a:t>
            </a:r>
          </a:p>
          <a:p>
            <a:pPr>
              <a:spcAft>
                <a:spcPts val="1200"/>
              </a:spcAft>
              <a:defRPr sz="2000"/>
            </a:pPr>
            <a:r>
              <a:t>All paths converge on validation and release evidence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Evidence package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Requirement and assumptions</a:t>
            </a:r>
          </a:p>
          <a:p>
            <a:pPr>
              <a:spcAft>
                <a:spcPts val="1200"/>
              </a:spcAft>
              <a:defRPr sz="2000"/>
            </a:pPr>
            <a:r>
              <a:t>Task/dependency plan</a:t>
            </a:r>
          </a:p>
          <a:p>
            <a:pPr>
              <a:spcAft>
                <a:spcPts val="1200"/>
              </a:spcAft>
              <a:defRPr sz="2000"/>
            </a:pPr>
            <a:r>
              <a:t>Architecture and API/schema artifacts</a:t>
            </a:r>
          </a:p>
          <a:p>
            <a:pPr>
              <a:spcAft>
                <a:spcPts val="1200"/>
              </a:spcAft>
              <a:defRPr sz="2000"/>
            </a:pPr>
            <a:r>
              <a:t>Generated code and tests</a:t>
            </a:r>
          </a:p>
          <a:p>
            <a:pPr>
              <a:spcAft>
                <a:spcPts val="1200"/>
              </a:spcAft>
              <a:defRPr sz="2000"/>
            </a:pPr>
            <a:r>
              <a:t>Validation, security, SRE and engineering reviews</a:t>
            </a:r>
          </a:p>
          <a:p>
            <a:pPr>
              <a:spcAft>
                <a:spcPts val="1200"/>
              </a:spcAft>
              <a:defRPr sz="2000"/>
            </a:pPr>
            <a:r>
              <a:t>Release decision, audit log and engineering summary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26 automated system tests passing in the upgraded repository</a:t>
            </a:r>
          </a:p>
          <a:p>
            <a:pPr>
              <a:spcAft>
                <a:spcPts val="1200"/>
              </a:spcAft>
              <a:defRPr sz="2000"/>
            </a:pPr>
            <a:r>
              <a:t>Mandatory URL-shortener workflow completed end-to-end</a:t>
            </a:r>
          </a:p>
          <a:p>
            <a:pPr>
              <a:spcAft>
                <a:spcPts val="1200"/>
              </a:spcAft>
              <a:defRPr sz="2000"/>
            </a:pPr>
            <a:r>
              <a:t>Deterministic offline mode keeps CI reproducible</a:t>
            </a:r>
          </a:p>
          <a:p>
            <a:pPr>
              <a:spcAft>
                <a:spcPts val="1200"/>
              </a:spcAft>
              <a:defRPr sz="2000"/>
            </a:pPr>
            <a:r>
              <a:t>LLM mode can be enabled through environment configuration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Production evolution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Replace local workflow state with durable orchestration</a:t>
            </a:r>
          </a:p>
          <a:p>
            <a:pPr>
              <a:spcAft>
                <a:spcPts val="1200"/>
              </a:spcAft>
              <a:defRPr sz="2000"/>
            </a:pPr>
            <a:r>
              <a:t>Use managed PostgreSQL/Redis and distributed rate limiting</a:t>
            </a:r>
          </a:p>
          <a:p>
            <a:pPr>
              <a:spcAft>
                <a:spcPts val="1200"/>
              </a:spcAft>
              <a:defRPr sz="2000"/>
            </a:pPr>
            <a:r>
              <a:t>Integrate enterprise IAM, approvals and secret manager</a:t>
            </a:r>
          </a:p>
          <a:p>
            <a:pPr>
              <a:spcAft>
                <a:spcPts val="1200"/>
              </a:spcAft>
              <a:defRPr sz="2000"/>
            </a:pPr>
            <a:r>
              <a:t>Add OpenTelemetry, SBOM/signing and policy admission controls</a:t>
            </a:r>
          </a:p>
          <a:p>
            <a:pPr>
              <a:spcAft>
                <a:spcPts val="1200"/>
              </a:spcAft>
              <a:defRPr sz="2000"/>
            </a:pPr>
            <a:r>
              <a:t>Connect deployment contracts to EKS/ECS or target platform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Interview positioning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This is not a generic chatbot: it is a governed SDLC workflow</a:t>
            </a:r>
          </a:p>
          <a:p>
            <a:pPr>
              <a:spcAft>
                <a:spcPts val="1200"/>
              </a:spcAft>
              <a:defRPr sz="2000"/>
            </a:pPr>
            <a:r>
              <a:t>AI proposes engineering decisions; deterministic controls validate them</a:t>
            </a:r>
          </a:p>
          <a:p>
            <a:pPr>
              <a:spcAft>
                <a:spcPts val="1200"/>
              </a:spcAft>
              <a:defRPr sz="2000"/>
            </a:pPr>
            <a:r>
              <a:t>System demonstrates ownership of quality, failure handling and operational readiness</a:t>
            </a:r>
          </a:p>
          <a:p>
            <a:pPr>
              <a:spcAft>
                <a:spcPts val="1200"/>
              </a:spcAft>
              <a:defRPr sz="2000"/>
            </a:pPr>
            <a:r>
              <a:t>The strongest differentiator is the complete evidence chain from requirement to release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